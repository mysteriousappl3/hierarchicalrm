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B0B0B"/>
                </a:solidFill>
                <a:latin typeface="Segoe UI"/>
              </a:rPr>
              <a:t>Dynamic (n-level)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74519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Planning and hierarchy composition split into separate stages, with hierarchy depth chosen by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0175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4A3AA7"/>
                </a:solidFill>
                <a:latin typeface="Segoe UI"/>
              </a:rPr>
              <a:t>10/10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Hanoi tasks solved optimally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(2-level: 8/10)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30175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4A3AA7"/>
                </a:solidFill>
                <a:latin typeface="Segoe UI"/>
              </a:rPr>
              <a:t>7.1x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fewer output tokens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than the 2-level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30175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4A3AA7"/>
                </a:solidFill>
                <a:latin typeface="Segoe UI"/>
              </a:rPr>
              <a:t>0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correction rounds needed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(2-level: 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30175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4A3AA7"/>
                </a:solidFill>
                <a:latin typeface="Segoe UI"/>
              </a:rPr>
              <a:t>12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max hierarchy depth built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(2-level: fixed at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Segoe UI"/>
              </a:rPr>
              <a:t>It solves hanoi_11 and hanoi_12, which the 2-level pipeline cannot: there, the 2-level pipeline burns 15 replans and ~90k output tokens and executes zero moves.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gpt-5.5 · reasoning effort low · max 8,192 output tokens/call · replan budget 15 · 1 run per cell · baselines 2026-07-06/07, dynamic 2026-08-07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The DecisionBot is shown no composed actions and never given a call format, so it cannot emit a solution.</a:t>
            </a:r>
          </a:p>
        </p:txBody>
      </p:sp>
      <p:pic>
        <p:nvPicPr>
          <p:cNvPr id="4" name="Picture 3" descr="fig_dynamic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96" y="1463040"/>
            <a:ext cx="1011930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How many layers? The model decides.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No level count is configured anywhere. One call emits the whole hierarchy; depth is inferred from the call graph afterwards.</a:t>
            </a:r>
          </a:p>
        </p:txBody>
      </p:sp>
      <p:pic>
        <p:nvPicPr>
          <p:cNvPr id="4" name="Picture 3" descr="fig_dynamic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04" y="1481328"/>
            <a:ext cx="10298486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15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level(primitive) = 0,  level(f) = 1 + max(level of callees).  The model never labels a level; cycles and unresolvable callees are rejected.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Segoe UI"/>
              </a:rPr>
              <a:t>Given free rein it built exactly one function per layer in all 10 tasks — a straight chain — rediscovering Hanoi's recursion from an abstract example that never mentions towers.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Against the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gpt-5.5 at reasoning effort low in every arm. Cell values are output tokens; every solve was optimal.</a:t>
            </a:r>
          </a:p>
        </p:txBody>
      </p:sp>
      <p:pic>
        <p:nvPicPr>
          <p:cNvPr id="4" name="Picture 3" descr="fig_dynam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9" y="1463040"/>
            <a:ext cx="7818120" cy="306783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874519"/>
          <a:ext cx="36850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658368"/>
                <a:gridCol w="749808"/>
                <a:gridCol w="384048"/>
                <a:gridCol w="56692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solved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out-tok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calls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replans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direct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3/10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14,239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inner-outer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5/10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202,744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174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79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hierarchy (2-level)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360,929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338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dynamic (n-level)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50,582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123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2514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25400" marB="25400" marL="76200" marR="76200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ceiling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>n=5 → 7 → 10 → 12+</a:t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B0B0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25400" marB="25400" marL="76200" marR="76200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4343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The n-level arm is the only step in that sequence that is not a capability-for-cost trade — it is cheaper on every individual task, not just in aggregate.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Why it works — and what is not settled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3AA7"/>
                </a:solidFill>
                <a:latin typeface="Segoe UI"/>
              </a:rPr>
              <a:t>One cause, three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2-level forbids H2 → H2, so the response must contain all 2ⁿ−1 moves.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hanoi_12 = 4,095 calls ≈ 30k tokens against an 8,192 cap. It cannot fit.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n-level writes 12 lines; Python expands them to 4,095 moves.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Fewer tokens — mechanical.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Zero replans — 1,023 hand-written moves means 1,023 chances to slip; 12 structural lines means 12. The 2-level replan curve (1→3→6→10→15) tracks sequence length, not difficulty.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Fewer calls — each 2-level replan regenerates the whole pipeline, so 16 rounds costs ~80 calls, not 16.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It is notation, not intelligence: at hanoi_11–12 the 2-level pipeline spent 90–99k tokens across 16 attempts and executed zero moves. Reasoning intensity was comparable in both (325 vs 290 reasoning tokens per call).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371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03B3B"/>
                </a:solidFill>
                <a:latin typeface="Segoe UI"/>
              </a:rPr>
              <a:t>Not yet settled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n=1 per cell. Two dynamic runs differed up to 3.4× on per-task tokens (hanoi_11: 14,749 vs 4,331), driven by subtask count. Solve rate and aggregate are robust; per-task tokens are noisy.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Baseline columns are month-old runs — drift uncontrolled. Reasoning effort is now matched; run date is not.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No max-tokens control arm. "Does the baseline survive at 32,768?" is unanswered.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· Hanoi flatters this. Perfectly recursive, so compression is near-maximal. It went pure depth, zero breadth — untested on a domain where several distinct sub-skills matter.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0B0B0B"/>
                </a:solidFill>
                <a:latin typeface="Segoe UI"/>
              </a:rPr>
              <a:t>Next: fresh baseline + max-tokens control, n≥3 reps, then a domain seam for non-Hanoi puzzles.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